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2" r:id="rId3"/>
    <p:sldId id="271" r:id="rId4"/>
    <p:sldId id="276" r:id="rId5"/>
    <p:sldId id="269" r:id="rId6"/>
    <p:sldId id="270" r:id="rId7"/>
    <p:sldId id="266" r:id="rId8"/>
    <p:sldId id="268" r:id="rId9"/>
    <p:sldId id="267" r:id="rId10"/>
    <p:sldId id="265" r:id="rId11"/>
    <p:sldId id="277" r:id="rId12"/>
    <p:sldId id="264" r:id="rId13"/>
    <p:sldId id="278" r:id="rId14"/>
    <p:sldId id="263" r:id="rId15"/>
    <p:sldId id="261" r:id="rId16"/>
    <p:sldId id="260" r:id="rId17"/>
    <p:sldId id="257" r:id="rId18"/>
    <p:sldId id="262" r:id="rId19"/>
    <p:sldId id="279" r:id="rId20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EF193-E491-5570-0E6D-C4C53D06F6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72AA4B-722F-624F-F2E8-564E40ABC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2FF1B-560A-A1A7-B0CB-F24639EC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66F75-DE43-4F4C-BA7D-9DFBB174680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52DA5-95DC-3CCD-C4AF-242832A0F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A3960-8BC7-E35F-5925-823F8B856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8D817-254C-4202-ADF4-6F1AA7260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443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21429-9CE9-FDAC-4BFA-164A6D056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E1416-4439-E124-A8A8-D87A8002B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8A8EC-4D18-9759-822E-FF32D0EB1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66F75-DE43-4F4C-BA7D-9DFBB174680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68BF2-3CFE-5716-8829-A7B8E4F7C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271D1-AAA6-C7EE-6DDE-7F4E460B2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8D817-254C-4202-ADF4-6F1AA7260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297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B71AB-6420-335F-80B2-4B3407EA7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4B050-59BA-2A83-56A3-2DCB89C10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00274-5254-3E10-5AFD-E351C7475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66F75-DE43-4F4C-BA7D-9DFBB174680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68DC0-58DB-B6FA-8A11-6CFC7859A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D631D-C412-0A10-E0A2-5AB73772A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8D817-254C-4202-ADF4-6F1AA7260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918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01C58-E0CA-5078-73A8-873C7F607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874CF-5AEA-9123-E17D-853C51B42E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1F73F-F8F0-D25D-3081-4A1802EB8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4F0F0-209F-2103-C020-8348A228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66F75-DE43-4F4C-BA7D-9DFBB174680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DF685-BEDF-171B-270E-A00E8C39F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A476E-534D-D3DA-6777-658039EBF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8D817-254C-4202-ADF4-6F1AA7260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76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EEF13-4A19-2217-E856-165417225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D0052-723B-AC6E-C097-FCFBC51BB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15254C-02CF-44B3-0E4A-CA28ED252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624578-5E03-560D-D595-778958801F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18F926-C2E8-94B7-1FA2-85A488B923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CB15B2-2E49-B859-2B24-A40C6DB01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66F75-DE43-4F4C-BA7D-9DFBB174680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CAC65-2810-3B79-14AA-62E95250B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46FBB-1A27-0D47-A442-240900927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8D817-254C-4202-ADF4-6F1AA7260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6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03D9C-3447-56BD-1458-92BAA2C22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4DE76C-B156-CBAD-A0DB-113402239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66F75-DE43-4F4C-BA7D-9DFBB174680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5A00C9-3370-23C1-AB41-D91F1C90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43321-1BDE-B47C-D991-467A51816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8D817-254C-4202-ADF4-6F1AA7260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669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B75108-AEB0-1AFB-191C-E2AAB6C25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66F75-DE43-4F4C-BA7D-9DFBB174680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1D64DB-7CDF-7D26-799A-BEA9CE93E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019E2-79BB-DE37-817B-77AD8AF10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8D817-254C-4202-ADF4-6F1AA7260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630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23A92-C29A-A224-750D-874E3D2FC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87D77-7252-4ECB-CAF1-F6B482C64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8DA12-4587-440D-3703-77457E4D7B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260B4-F288-458C-80E4-006C2782C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66F75-DE43-4F4C-BA7D-9DFBB174680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FF7B56-EA4A-200B-1E6B-CF942F53C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6FE41-60B3-E8DE-49E4-02B7DDB60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8D817-254C-4202-ADF4-6F1AA7260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81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83D64-8E61-DD90-63AA-EBB5D0964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B046E-8E59-6EBD-1960-201558824F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FD1FF5-423A-3112-33CF-74FAA69DA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E919A-B4AC-2330-EAB9-BEC53C8D9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66F75-DE43-4F4C-BA7D-9DFBB174680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6C780-985C-C178-228C-5A1D68068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34932-4EDC-0537-3DD8-EF5182264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8D817-254C-4202-ADF4-6F1AA7260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52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EA26-49D6-54B6-D149-D635B48EC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BF8FB2-3900-C0F7-E32E-0D48102339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92E25-B477-C7AE-197F-292608D0E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66F75-DE43-4F4C-BA7D-9DFBB174680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F1AAC-2A5B-F1F3-4BDC-CFBD49C4C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8CAC4-514A-EA28-FD76-C72235E8D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8D817-254C-4202-ADF4-6F1AA7260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62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56452D-4BB6-7BC7-429C-E7E95A6A3F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16D4D-A1DF-1660-D70C-0F162DA6E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52369-46D6-18E8-6D88-3102CC02D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66F75-DE43-4F4C-BA7D-9DFBB174680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72D6F-5822-88F3-0231-7FC533417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302AF-C955-0F6B-569B-814380C6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8D817-254C-4202-ADF4-6F1AA7260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01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0BCE0E-279E-73E0-A64D-ACCA5DF34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C8F0D-0ACF-8B08-2510-BCF2C03A3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5E328-1313-EAE7-4CCB-54D331279F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C66F75-DE43-4F4C-BA7D-9DFBB174680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514F5-0E30-1A63-E06B-9222A16C3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D2240-6DEA-7D1B-9702-7CF03A643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B8D817-254C-4202-ADF4-6F1AA7260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255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E9C26-C87E-E2E3-19F8-CB5C453F3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2A4820-51FE-E0EB-8E8B-78D7B7D808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0996" y="1384417"/>
            <a:ext cx="2835000" cy="3780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2F330717-0B88-3D75-BF09-C725590E2258}"/>
              </a:ext>
            </a:extLst>
          </p:cNvPr>
          <p:cNvSpPr/>
          <p:nvPr/>
        </p:nvSpPr>
        <p:spPr>
          <a:xfrm flipH="1">
            <a:off x="6095998" y="2867114"/>
            <a:ext cx="1019261" cy="465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EC3008-ABCB-31DC-5D36-834173090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5261" y="1384417"/>
            <a:ext cx="2835000" cy="378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C9DCCE-9BEC-573C-FB15-D3C9D4C27671}"/>
              </a:ext>
            </a:extLst>
          </p:cNvPr>
          <p:cNvSpPr txBox="1"/>
          <p:nvPr/>
        </p:nvSpPr>
        <p:spPr>
          <a:xfrm>
            <a:off x="1295756" y="719052"/>
            <a:ext cx="6095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Hospital_base</a:t>
            </a:r>
            <a:r>
              <a:rPr lang="hu-H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453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5DD75-D550-4859-0BB3-A5C94B455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54D10A-8C99-AEC4-B604-7162A45C7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0996" y="1384417"/>
            <a:ext cx="2835000" cy="3780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49C5D17A-8D03-52B2-094E-AC0E0A33EE83}"/>
              </a:ext>
            </a:extLst>
          </p:cNvPr>
          <p:cNvSpPr/>
          <p:nvPr/>
        </p:nvSpPr>
        <p:spPr>
          <a:xfrm flipH="1">
            <a:off x="6095998" y="2867114"/>
            <a:ext cx="1019261" cy="465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650A77-67A2-5F7D-8C0F-1AC5A25365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5261" y="1384417"/>
            <a:ext cx="2835000" cy="378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85FEE5-5AA9-81FB-9771-562A72B1B662}"/>
              </a:ext>
            </a:extLst>
          </p:cNvPr>
          <p:cNvSpPr txBox="1"/>
          <p:nvPr/>
        </p:nvSpPr>
        <p:spPr>
          <a:xfrm>
            <a:off x="958198" y="666225"/>
            <a:ext cx="6095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Hospital_big_top</a:t>
            </a:r>
            <a:r>
              <a:rPr lang="hu-H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740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72AC5-95EF-0C14-9E8A-E7F5E01C3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A73130-252E-1BD3-071D-2E5A72BE98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0996" y="1384417"/>
            <a:ext cx="2835000" cy="3780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BA6D70DA-3B3A-E464-F129-68201B41E9B6}"/>
              </a:ext>
            </a:extLst>
          </p:cNvPr>
          <p:cNvSpPr/>
          <p:nvPr/>
        </p:nvSpPr>
        <p:spPr>
          <a:xfrm flipH="1">
            <a:off x="6095998" y="2867114"/>
            <a:ext cx="1019261" cy="465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0F5AC8-637A-AA17-5262-568FD1A49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5261" y="1384417"/>
            <a:ext cx="2835000" cy="378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348632-8BCC-1E76-BF93-CA0206A8DEC6}"/>
              </a:ext>
            </a:extLst>
          </p:cNvPr>
          <p:cNvSpPr txBox="1"/>
          <p:nvPr/>
        </p:nvSpPr>
        <p:spPr>
          <a:xfrm>
            <a:off x="949651" y="748962"/>
            <a:ext cx="6095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Hospital_small_top</a:t>
            </a:r>
            <a:r>
              <a:rPr lang="hu-H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448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D567C-1174-FEA8-2BAD-1E2EBC539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5058AC-C197-0E86-46B0-D0975C094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0996" y="1384417"/>
            <a:ext cx="2835000" cy="3780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5EF10B17-50B4-3D28-E245-9F0532FA38DA}"/>
              </a:ext>
            </a:extLst>
          </p:cNvPr>
          <p:cNvSpPr/>
          <p:nvPr/>
        </p:nvSpPr>
        <p:spPr>
          <a:xfrm flipH="1">
            <a:off x="6095998" y="2867114"/>
            <a:ext cx="1019261" cy="465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E5DE81-0CAB-814E-D560-C432FE778B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5261" y="1384417"/>
            <a:ext cx="2835000" cy="378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5673DC-8CA6-90A1-BDFF-D287FBF12AFF}"/>
              </a:ext>
            </a:extLst>
          </p:cNvPr>
          <p:cNvSpPr txBox="1"/>
          <p:nvPr/>
        </p:nvSpPr>
        <p:spPr>
          <a:xfrm>
            <a:off x="979562" y="578046"/>
            <a:ext cx="6095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Hospital_screws</a:t>
            </a:r>
            <a:r>
              <a:rPr lang="hu-H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581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31FFC-359D-E869-38A2-4D6431420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5C5F7A-ADC5-20CE-ADFE-B0BD2B5B4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0996" y="1384417"/>
            <a:ext cx="2835000" cy="3780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814718FF-8874-1C7E-E0FF-C0C8847A5C4C}"/>
              </a:ext>
            </a:extLst>
          </p:cNvPr>
          <p:cNvSpPr/>
          <p:nvPr/>
        </p:nvSpPr>
        <p:spPr>
          <a:xfrm flipH="1">
            <a:off x="6095998" y="2867114"/>
            <a:ext cx="1019261" cy="465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8C22BD-A83E-A951-1D77-844478D823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5261" y="1384417"/>
            <a:ext cx="2835000" cy="378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7BB74F-5771-9ADB-704E-6B9E4A2E2554}"/>
              </a:ext>
            </a:extLst>
          </p:cNvPr>
          <p:cNvSpPr txBox="1"/>
          <p:nvPr/>
        </p:nvSpPr>
        <p:spPr>
          <a:xfrm>
            <a:off x="1159023" y="347310"/>
            <a:ext cx="6095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Bridge_triangle_roof</a:t>
            </a:r>
            <a:r>
              <a:rPr lang="hu-H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48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E05E9-E989-50B1-B6A0-96F87ABAD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119AFC-5D0C-4456-1D01-79E52B159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0996" y="1384417"/>
            <a:ext cx="2835000" cy="3780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556FA2B2-FED5-F144-8C44-79F38756A945}"/>
              </a:ext>
            </a:extLst>
          </p:cNvPr>
          <p:cNvSpPr/>
          <p:nvPr/>
        </p:nvSpPr>
        <p:spPr>
          <a:xfrm flipH="1">
            <a:off x="6095998" y="2867114"/>
            <a:ext cx="1019261" cy="465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31E361-A691-0B66-3BD1-ECD1EF2E31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5261" y="1384417"/>
            <a:ext cx="2835000" cy="378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2073D6-456F-4B6B-BC92-3B1EF1DB1584}"/>
              </a:ext>
            </a:extLst>
          </p:cNvPr>
          <p:cNvSpPr txBox="1"/>
          <p:nvPr/>
        </p:nvSpPr>
        <p:spPr>
          <a:xfrm>
            <a:off x="1019971" y="666225"/>
            <a:ext cx="6095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Bridge_flat_roof</a:t>
            </a:r>
            <a:r>
              <a:rPr lang="hu-H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857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2CC5B-C841-0093-1964-FDE4139D4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2E4133-772D-C69E-965C-92C3DB55B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0996" y="1384417"/>
            <a:ext cx="2835000" cy="3780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E2AAC975-78DE-E008-1AE8-1C35494597B3}"/>
              </a:ext>
            </a:extLst>
          </p:cNvPr>
          <p:cNvSpPr/>
          <p:nvPr/>
        </p:nvSpPr>
        <p:spPr>
          <a:xfrm flipH="1">
            <a:off x="6095998" y="2867114"/>
            <a:ext cx="1019261" cy="465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A38B36-3BFD-158D-C5A6-B15B5127B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5261" y="1384417"/>
            <a:ext cx="2835000" cy="378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F4E919-C69E-CA1B-A1A4-5A6CAC6FB622}"/>
              </a:ext>
            </a:extLst>
          </p:cNvPr>
          <p:cNvSpPr txBox="1"/>
          <p:nvPr/>
        </p:nvSpPr>
        <p:spPr>
          <a:xfrm>
            <a:off x="1129113" y="666225"/>
            <a:ext cx="6095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Bridge rod placement</a:t>
            </a:r>
            <a:r>
              <a:rPr lang="hu-H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816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3CD7E-A7B9-F5B3-53A5-2D715B260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3B77FB-C009-DBED-826B-EDB9A31B3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0996" y="1384417"/>
            <a:ext cx="2835000" cy="3780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DEDD8C67-D282-9936-B815-ED6431612FC6}"/>
              </a:ext>
            </a:extLst>
          </p:cNvPr>
          <p:cNvSpPr/>
          <p:nvPr/>
        </p:nvSpPr>
        <p:spPr>
          <a:xfrm flipH="1">
            <a:off x="6095998" y="2867114"/>
            <a:ext cx="1019261" cy="465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9021F-A8A7-33E3-AAD0-BAC74804EF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5261" y="1384417"/>
            <a:ext cx="2835000" cy="378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DADC1B-2D38-E5BA-D9D7-955C182F9FBD}"/>
              </a:ext>
            </a:extLst>
          </p:cNvPr>
          <p:cNvSpPr txBox="1"/>
          <p:nvPr/>
        </p:nvSpPr>
        <p:spPr>
          <a:xfrm>
            <a:off x="834283" y="625048"/>
            <a:ext cx="6095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Dovetail_buttom</a:t>
            </a:r>
            <a:r>
              <a:rPr lang="hu-H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655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2BFC4-7B41-AEC5-E332-73CBD443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478AC9-2A4E-A2FE-1960-087D0486F7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0996" y="1384417"/>
            <a:ext cx="2835000" cy="3780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DD9F488C-7E34-48BD-D9FA-1C852EDF78EB}"/>
              </a:ext>
            </a:extLst>
          </p:cNvPr>
          <p:cNvSpPr/>
          <p:nvPr/>
        </p:nvSpPr>
        <p:spPr>
          <a:xfrm flipH="1">
            <a:off x="6095998" y="2867114"/>
            <a:ext cx="1019261" cy="465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E774BA-BD5D-3172-0FC2-2EF1B81AC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5261" y="1384417"/>
            <a:ext cx="2835000" cy="378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F4E8B0-BD05-4C2A-2A39-D8D31A700C7F}"/>
              </a:ext>
            </a:extLst>
          </p:cNvPr>
          <p:cNvSpPr txBox="1"/>
          <p:nvPr/>
        </p:nvSpPr>
        <p:spPr>
          <a:xfrm>
            <a:off x="966743" y="603684"/>
            <a:ext cx="6095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Dovetail_top</a:t>
            </a:r>
            <a:r>
              <a:rPr lang="hu-H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871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89E58-48BB-AB64-F5D2-360DC9498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B1C908-178B-45B2-7BC2-AB42EA209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0996" y="1384417"/>
            <a:ext cx="2835000" cy="3780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0D83CCF1-D96D-1827-9C24-9100726D3C04}"/>
              </a:ext>
            </a:extLst>
          </p:cNvPr>
          <p:cNvSpPr/>
          <p:nvPr/>
        </p:nvSpPr>
        <p:spPr>
          <a:xfrm flipH="1">
            <a:off x="6095998" y="2867114"/>
            <a:ext cx="1019261" cy="465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450352-E5B2-A775-77F5-52748DDB7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5261" y="1384417"/>
            <a:ext cx="2835000" cy="378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FDDE53-7A9D-FA48-A46A-48ADFAF875E1}"/>
              </a:ext>
            </a:extLst>
          </p:cNvPr>
          <p:cNvSpPr txBox="1"/>
          <p:nvPr/>
        </p:nvSpPr>
        <p:spPr>
          <a:xfrm>
            <a:off x="620638" y="569500"/>
            <a:ext cx="6095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Wheel_holder</a:t>
            </a:r>
            <a:r>
              <a:rPr lang="hu-H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030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BA831-6A9E-CE74-FA07-7D14058F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6430FE-B388-4D9D-D4BF-AB3867247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0996" y="1384417"/>
            <a:ext cx="2835000" cy="3780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F71914E0-B558-8CBA-5F5B-5413AC296EA7}"/>
              </a:ext>
            </a:extLst>
          </p:cNvPr>
          <p:cNvSpPr/>
          <p:nvPr/>
        </p:nvSpPr>
        <p:spPr>
          <a:xfrm flipH="1">
            <a:off x="6095998" y="2867114"/>
            <a:ext cx="1019261" cy="465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9FAD3B-C9CD-7A40-B17D-4ABC9CC829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5261" y="1384417"/>
            <a:ext cx="2835000" cy="378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3D75B6-C68D-E21F-924B-2A67A95093E9}"/>
              </a:ext>
            </a:extLst>
          </p:cNvPr>
          <p:cNvSpPr txBox="1"/>
          <p:nvPr/>
        </p:nvSpPr>
        <p:spPr>
          <a:xfrm>
            <a:off x="620638" y="569500"/>
            <a:ext cx="6095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Wheel_holder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_screws</a:t>
            </a:r>
            <a:r>
              <a:rPr lang="hu-H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68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AC70B-9B0D-F109-EFE7-4356E106B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C4CBED-5929-892D-7214-219308F09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0996" y="1384417"/>
            <a:ext cx="2835000" cy="3780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C67B133A-7C8C-A3AC-BBAE-43A969196553}"/>
              </a:ext>
            </a:extLst>
          </p:cNvPr>
          <p:cNvSpPr/>
          <p:nvPr/>
        </p:nvSpPr>
        <p:spPr>
          <a:xfrm flipH="1">
            <a:off x="6095998" y="2867114"/>
            <a:ext cx="1019261" cy="465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1A15F1-3AB0-1442-5B01-3F6EE986BD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5261" y="1384417"/>
            <a:ext cx="2835000" cy="378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955D8B-6FEB-6A44-84F2-DF71C39AA686}"/>
              </a:ext>
            </a:extLst>
          </p:cNvPr>
          <p:cNvSpPr txBox="1"/>
          <p:nvPr/>
        </p:nvSpPr>
        <p:spPr>
          <a:xfrm>
            <a:off x="966743" y="496861"/>
            <a:ext cx="6095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Wheel</a:t>
            </a:r>
            <a:r>
              <a:rPr lang="hu-H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942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06038-8AAD-2966-F40B-AE904A4A3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0FBE18-DD97-13AC-4C35-44CA5C341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0996" y="1384417"/>
            <a:ext cx="2835000" cy="3780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49317E3D-2AD7-0207-2D18-CC5F22F93D4F}"/>
              </a:ext>
            </a:extLst>
          </p:cNvPr>
          <p:cNvSpPr/>
          <p:nvPr/>
        </p:nvSpPr>
        <p:spPr>
          <a:xfrm flipH="1">
            <a:off x="6095998" y="2867114"/>
            <a:ext cx="1019261" cy="465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0FF9D6-4E3E-FA9C-8892-3DDA1B6D6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5261" y="1384417"/>
            <a:ext cx="2835000" cy="378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A19F2F-2CC0-0052-D3F1-D9317F7BE095}"/>
              </a:ext>
            </a:extLst>
          </p:cNvPr>
          <p:cNvSpPr txBox="1"/>
          <p:nvPr/>
        </p:nvSpPr>
        <p:spPr>
          <a:xfrm>
            <a:off x="966743" y="496861"/>
            <a:ext cx="6095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Wheel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_screws</a:t>
            </a:r>
            <a:r>
              <a:rPr lang="hu-H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632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A0561-ABB8-06F3-1436-A88777250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EB2640-436F-F115-6C55-71E6587A2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0996" y="1384417"/>
            <a:ext cx="2835000" cy="3780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DEFD1C03-3C23-C578-7D66-29D2E1B3A7F9}"/>
              </a:ext>
            </a:extLst>
          </p:cNvPr>
          <p:cNvSpPr/>
          <p:nvPr/>
        </p:nvSpPr>
        <p:spPr>
          <a:xfrm flipH="1">
            <a:off x="6095998" y="2867114"/>
            <a:ext cx="1019261" cy="465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A0F500-ADA0-5561-E68C-2AE1AC70FA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5261" y="1384417"/>
            <a:ext cx="2835000" cy="378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637DC4-3430-C045-3F54-970D0A42F67B}"/>
              </a:ext>
            </a:extLst>
          </p:cNvPr>
          <p:cNvSpPr txBox="1"/>
          <p:nvPr/>
        </p:nvSpPr>
        <p:spPr>
          <a:xfrm>
            <a:off x="915468" y="458403"/>
            <a:ext cx="6095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Triangle</a:t>
            </a:r>
            <a:r>
              <a:rPr lang="hu-H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10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D9EAF-9704-32C3-AE2B-2024041BA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FFCB34-6256-DE0A-5BC8-61A64E632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0996" y="1384417"/>
            <a:ext cx="2835000" cy="3780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7DC701E9-2F42-B32A-56D4-244C4E7FF5E3}"/>
              </a:ext>
            </a:extLst>
          </p:cNvPr>
          <p:cNvSpPr/>
          <p:nvPr/>
        </p:nvSpPr>
        <p:spPr>
          <a:xfrm flipH="1">
            <a:off x="6095998" y="2867114"/>
            <a:ext cx="1019261" cy="465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EEE744-2249-4A5E-AC2E-35A76E3005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5261" y="1384417"/>
            <a:ext cx="2835000" cy="378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0B28A3-E7F4-1AB0-8CF1-7AF5397B51BA}"/>
              </a:ext>
            </a:extLst>
          </p:cNvPr>
          <p:cNvSpPr txBox="1"/>
          <p:nvPr/>
        </p:nvSpPr>
        <p:spPr>
          <a:xfrm>
            <a:off x="689005" y="347309"/>
            <a:ext cx="6095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Snap_buttom</a:t>
            </a:r>
            <a:r>
              <a:rPr lang="hu-H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535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A06B6-0527-3968-3275-C59E728BF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31C8C4-2305-7C54-9F8A-5A39049C8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0996" y="1384417"/>
            <a:ext cx="2835000" cy="3780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90A96EB1-4552-CD5B-4444-5358254B8722}"/>
              </a:ext>
            </a:extLst>
          </p:cNvPr>
          <p:cNvSpPr/>
          <p:nvPr/>
        </p:nvSpPr>
        <p:spPr>
          <a:xfrm flipH="1">
            <a:off x="6095998" y="2867114"/>
            <a:ext cx="1019261" cy="465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47F045-A531-7FBE-BCCC-5A2DD9863B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5261" y="1384417"/>
            <a:ext cx="2835000" cy="378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BB2F65-4A54-A621-4D47-02826CD801DE}"/>
              </a:ext>
            </a:extLst>
          </p:cNvPr>
          <p:cNvSpPr txBox="1"/>
          <p:nvPr/>
        </p:nvSpPr>
        <p:spPr>
          <a:xfrm>
            <a:off x="1159024" y="531044"/>
            <a:ext cx="6095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Snap_middle</a:t>
            </a:r>
            <a:r>
              <a:rPr lang="hu-H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341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EF92B-2291-D020-9148-F1E4E8C4E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hand holding a yellow toy&#10;&#10;AI-generated content may be incorrect.">
            <a:extLst>
              <a:ext uri="{FF2B5EF4-FFF2-40B4-BE49-F238E27FC236}">
                <a16:creationId xmlns:a16="http://schemas.microsoft.com/office/drawing/2014/main" id="{D7513966-3940-54CF-3D01-999736C51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996" y="1384417"/>
            <a:ext cx="2835000" cy="3780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FACB964B-C334-D52F-F5DA-7D288EE15723}"/>
              </a:ext>
            </a:extLst>
          </p:cNvPr>
          <p:cNvSpPr/>
          <p:nvPr/>
        </p:nvSpPr>
        <p:spPr>
          <a:xfrm flipH="1">
            <a:off x="6095998" y="2867114"/>
            <a:ext cx="1019261" cy="465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hand holding a yellow toy&#10;&#10;AI-generated content may be incorrect.">
            <a:extLst>
              <a:ext uri="{FF2B5EF4-FFF2-40B4-BE49-F238E27FC236}">
                <a16:creationId xmlns:a16="http://schemas.microsoft.com/office/drawing/2014/main" id="{35B20234-CC88-12A0-55F9-4CAD26E17D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261" y="1384417"/>
            <a:ext cx="2835000" cy="378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476DBD-12D1-6934-243F-8E0C674C4C44}"/>
              </a:ext>
            </a:extLst>
          </p:cNvPr>
          <p:cNvSpPr txBox="1"/>
          <p:nvPr/>
        </p:nvSpPr>
        <p:spPr>
          <a:xfrm>
            <a:off x="851375" y="633594"/>
            <a:ext cx="6095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Snap_top</a:t>
            </a:r>
            <a:r>
              <a:rPr lang="hu-H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001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EE966-5572-367E-163D-86F1955D9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D12884-C735-A7A7-B13E-229556D04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0996" y="1384417"/>
            <a:ext cx="2835000" cy="3780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0488401E-6DDA-007F-1ECE-9BA1C9AD59CD}"/>
              </a:ext>
            </a:extLst>
          </p:cNvPr>
          <p:cNvSpPr/>
          <p:nvPr/>
        </p:nvSpPr>
        <p:spPr>
          <a:xfrm flipH="1">
            <a:off x="6095998" y="2867114"/>
            <a:ext cx="1019261" cy="465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E4AFD9-F2A6-025C-14D0-0EC1C0B4C7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5261" y="1384417"/>
            <a:ext cx="2835000" cy="378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1BD565-B64F-7EE0-6861-2A4BEF2CE62F}"/>
              </a:ext>
            </a:extLst>
          </p:cNvPr>
          <p:cNvSpPr txBox="1"/>
          <p:nvPr/>
        </p:nvSpPr>
        <p:spPr>
          <a:xfrm>
            <a:off x="667641" y="560955"/>
            <a:ext cx="6095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Museum</a:t>
            </a:r>
            <a:r>
              <a:rPr lang="hu-H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98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59465-FC92-A0A8-9259-BB0ECE3CB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E6CFBB-48D5-AFC0-6085-79863EE7F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0996" y="1384417"/>
            <a:ext cx="2835000" cy="3780000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A84CC896-B124-C794-53AA-157EA963659E}"/>
              </a:ext>
            </a:extLst>
          </p:cNvPr>
          <p:cNvSpPr/>
          <p:nvPr/>
        </p:nvSpPr>
        <p:spPr>
          <a:xfrm flipH="1">
            <a:off x="6095998" y="2867114"/>
            <a:ext cx="1019261" cy="465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DED5B9-06BF-33FC-0BE6-8126C73537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5261" y="1384417"/>
            <a:ext cx="2835000" cy="378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4C6343-F6AD-50FE-6219-C8EFAA3543EA}"/>
              </a:ext>
            </a:extLst>
          </p:cNvPr>
          <p:cNvSpPr txBox="1"/>
          <p:nvPr/>
        </p:nvSpPr>
        <p:spPr>
          <a:xfrm>
            <a:off x="765918" y="552410"/>
            <a:ext cx="6095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Inspection</a:t>
            </a:r>
            <a:r>
              <a:rPr lang="hu-H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870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Microsoft Office PowerPoint</Application>
  <PresentationFormat>Widescreen</PresentationFormat>
  <Paragraphs>19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Safari Dehnavi, Zahra</dc:creator>
  <cp:lastModifiedBy>Safari Dehnavi, Zahra</cp:lastModifiedBy>
  <cp:revision>2</cp:revision>
  <dcterms:created xsi:type="dcterms:W3CDTF">2025-08-11T21:25:10Z</dcterms:created>
  <dcterms:modified xsi:type="dcterms:W3CDTF">2025-08-12T07:53:58Z</dcterms:modified>
</cp:coreProperties>
</file>